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contract value INR 4.2 crore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Services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Acme Corporation signed with Jane Doe of Globex Ltd in Mumbai on 5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milestones: kickoff, delivery, acceptance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